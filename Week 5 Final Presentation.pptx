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EB138B-B2D2-4C53-BE80-9F2ECCFF029B}" v="5" dt="2026-03-15T01:15:59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116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Sadowski" userId="1b1589299776d730" providerId="LiveId" clId="{44F6E51D-1281-466E-9D6C-2E963315E4F4}"/>
    <pc:docChg chg="undo custSel modSld">
      <pc:chgData name="Robert Sadowski" userId="1b1589299776d730" providerId="LiveId" clId="{44F6E51D-1281-466E-9D6C-2E963315E4F4}" dt="2026-03-15T01:29:32.621" v="962" actId="1076"/>
      <pc:docMkLst>
        <pc:docMk/>
      </pc:docMkLst>
      <pc:sldChg chg="modSp mod">
        <pc:chgData name="Robert Sadowski" userId="1b1589299776d730" providerId="LiveId" clId="{44F6E51D-1281-466E-9D6C-2E963315E4F4}" dt="2026-03-15T00:45:42.075" v="138" actId="20577"/>
        <pc:sldMkLst>
          <pc:docMk/>
          <pc:sldMk cId="0" sldId="256"/>
        </pc:sldMkLst>
        <pc:spChg chg="mod">
          <ac:chgData name="Robert Sadowski" userId="1b1589299776d730" providerId="LiveId" clId="{44F6E51D-1281-466E-9D6C-2E963315E4F4}" dt="2026-03-15T00:44:00.784" v="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0:45:42.075" v="138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Robert Sadowski" userId="1b1589299776d730" providerId="LiveId" clId="{44F6E51D-1281-466E-9D6C-2E963315E4F4}" dt="2026-03-15T01:28:42.257" v="955" actId="1038"/>
        <pc:sldMkLst>
          <pc:docMk/>
          <pc:sldMk cId="0" sldId="257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0:51:12.944" v="170" actId="1076"/>
          <ac:spMkLst>
            <pc:docMk/>
            <pc:sldMk cId="0" sldId="257"/>
            <ac:spMk id="3" creationId="{00000000-0000-0000-0000-000000000000}"/>
          </ac:spMkLst>
        </pc:spChg>
        <pc:picChg chg="add del mod">
          <ac:chgData name="Robert Sadowski" userId="1b1589299776d730" providerId="LiveId" clId="{44F6E51D-1281-466E-9D6C-2E963315E4F4}" dt="2026-03-15T00:47:14.878" v="158" actId="478"/>
          <ac:picMkLst>
            <pc:docMk/>
            <pc:sldMk cId="0" sldId="257"/>
            <ac:picMk id="5" creationId="{A60DF666-A696-3DA8-A2A8-B2EFCF33EEAC}"/>
          </ac:picMkLst>
        </pc:picChg>
        <pc:picChg chg="add mod ord">
          <ac:chgData name="Robert Sadowski" userId="1b1589299776d730" providerId="LiveId" clId="{44F6E51D-1281-466E-9D6C-2E963315E4F4}" dt="2026-03-15T01:28:42.257" v="955" actId="1038"/>
          <ac:picMkLst>
            <pc:docMk/>
            <pc:sldMk cId="0" sldId="257"/>
            <ac:picMk id="7" creationId="{2E0838B5-C1CC-1CD1-D4C5-C7C056259C90}"/>
          </ac:picMkLst>
        </pc:picChg>
      </pc:sldChg>
      <pc:sldChg chg="modSp mod">
        <pc:chgData name="Robert Sadowski" userId="1b1589299776d730" providerId="LiveId" clId="{44F6E51D-1281-466E-9D6C-2E963315E4F4}" dt="2026-03-15T00:54:26.035" v="246" actId="113"/>
        <pc:sldMkLst>
          <pc:docMk/>
          <pc:sldMk cId="0" sldId="258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0:54:26.035" v="246" actId="113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Robert Sadowski" userId="1b1589299776d730" providerId="LiveId" clId="{44F6E51D-1281-466E-9D6C-2E963315E4F4}" dt="2026-03-15T01:29:32.621" v="962" actId="1076"/>
        <pc:sldMkLst>
          <pc:docMk/>
          <pc:sldMk cId="0" sldId="259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59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29:25.920" v="961" actId="20577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Robert Sadowski" userId="1b1589299776d730" providerId="LiveId" clId="{44F6E51D-1281-466E-9D6C-2E963315E4F4}" dt="2026-03-15T01:29:32.621" v="962" actId="1076"/>
          <ac:picMkLst>
            <pc:docMk/>
            <pc:sldMk cId="0" sldId="259"/>
            <ac:picMk id="5" creationId="{228FC846-2646-DEDD-C3DA-DC52E85356A0}"/>
          </ac:picMkLst>
        </pc:picChg>
      </pc:sldChg>
      <pc:sldChg chg="addSp modSp mod">
        <pc:chgData name="Robert Sadowski" userId="1b1589299776d730" providerId="LiveId" clId="{44F6E51D-1281-466E-9D6C-2E963315E4F4}" dt="2026-03-15T00:59:17.615" v="302" actId="1076"/>
        <pc:sldMkLst>
          <pc:docMk/>
          <pc:sldMk cId="0" sldId="260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0:57:57.903" v="298" actId="14100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Robert Sadowski" userId="1b1589299776d730" providerId="LiveId" clId="{44F6E51D-1281-466E-9D6C-2E963315E4F4}" dt="2026-03-15T00:59:17.615" v="302" actId="1076"/>
          <ac:picMkLst>
            <pc:docMk/>
            <pc:sldMk cId="0" sldId="260"/>
            <ac:picMk id="5" creationId="{32FC8D1A-61FB-768A-DF33-2F140FC49ECC}"/>
          </ac:picMkLst>
        </pc:picChg>
      </pc:sldChg>
      <pc:sldChg chg="addSp modSp mod">
        <pc:chgData name="Robert Sadowski" userId="1b1589299776d730" providerId="LiveId" clId="{44F6E51D-1281-466E-9D6C-2E963315E4F4}" dt="2026-03-15T01:02:45.690" v="375" actId="3064"/>
        <pc:sldMkLst>
          <pc:docMk/>
          <pc:sldMk cId="0" sldId="261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02:45.690" v="375" actId="3064"/>
          <ac:spMkLst>
            <pc:docMk/>
            <pc:sldMk cId="0" sldId="261"/>
            <ac:spMk id="3" creationId="{00000000-0000-0000-0000-000000000000}"/>
          </ac:spMkLst>
        </pc:spChg>
        <pc:picChg chg="add mod ord">
          <ac:chgData name="Robert Sadowski" userId="1b1589299776d730" providerId="LiveId" clId="{44F6E51D-1281-466E-9D6C-2E963315E4F4}" dt="2026-03-15T01:01:24.391" v="325" actId="167"/>
          <ac:picMkLst>
            <pc:docMk/>
            <pc:sldMk cId="0" sldId="261"/>
            <ac:picMk id="5" creationId="{E7F5F75B-2B2F-062A-3629-17DEABF4C725}"/>
          </ac:picMkLst>
        </pc:picChg>
      </pc:sldChg>
      <pc:sldChg chg="addSp modSp mod">
        <pc:chgData name="Robert Sadowski" userId="1b1589299776d730" providerId="LiveId" clId="{44F6E51D-1281-466E-9D6C-2E963315E4F4}" dt="2026-03-15T01:04:09.185" v="381" actId="1076"/>
        <pc:sldMkLst>
          <pc:docMk/>
          <pc:sldMk cId="0" sldId="262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03:35.386" v="377" actId="27636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Robert Sadowski" userId="1b1589299776d730" providerId="LiveId" clId="{44F6E51D-1281-466E-9D6C-2E963315E4F4}" dt="2026-03-15T01:04:09.185" v="381" actId="1076"/>
          <ac:picMkLst>
            <pc:docMk/>
            <pc:sldMk cId="0" sldId="262"/>
            <ac:picMk id="5" creationId="{8F63C408-6F28-355F-9078-A3A38AAF0BDA}"/>
          </ac:picMkLst>
        </pc:picChg>
      </pc:sldChg>
      <pc:sldChg chg="addSp modSp mod">
        <pc:chgData name="Robert Sadowski" userId="1b1589299776d730" providerId="LiveId" clId="{44F6E51D-1281-466E-9D6C-2E963315E4F4}" dt="2026-03-15T01:06:12.078" v="422" actId="1035"/>
        <pc:sldMkLst>
          <pc:docMk/>
          <pc:sldMk cId="0" sldId="263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04:49.471" v="400" actId="14100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Robert Sadowski" userId="1b1589299776d730" providerId="LiveId" clId="{44F6E51D-1281-466E-9D6C-2E963315E4F4}" dt="2026-03-15T01:06:12.078" v="422" actId="1035"/>
          <ac:picMkLst>
            <pc:docMk/>
            <pc:sldMk cId="0" sldId="263"/>
            <ac:picMk id="5" creationId="{4FEBDD0C-DA6B-47CF-4762-46CA53AA249C}"/>
          </ac:picMkLst>
        </pc:picChg>
      </pc:sldChg>
      <pc:sldChg chg="addSp modSp mod">
        <pc:chgData name="Robert Sadowski" userId="1b1589299776d730" providerId="LiveId" clId="{44F6E51D-1281-466E-9D6C-2E963315E4F4}" dt="2026-03-15T01:13:07.042" v="468" actId="207"/>
        <pc:sldMkLst>
          <pc:docMk/>
          <pc:sldMk cId="0" sldId="264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13:07.042" v="468" actId="207"/>
          <ac:spMkLst>
            <pc:docMk/>
            <pc:sldMk cId="0" sldId="264"/>
            <ac:spMk id="3" creationId="{00000000-0000-0000-0000-000000000000}"/>
          </ac:spMkLst>
        </pc:spChg>
        <pc:picChg chg="add mod ord">
          <ac:chgData name="Robert Sadowski" userId="1b1589299776d730" providerId="LiveId" clId="{44F6E51D-1281-466E-9D6C-2E963315E4F4}" dt="2026-03-15T01:10:04.127" v="449" actId="14100"/>
          <ac:picMkLst>
            <pc:docMk/>
            <pc:sldMk cId="0" sldId="264"/>
            <ac:picMk id="5" creationId="{9E476237-EAE1-1BFF-98C3-BE6F001E25FE}"/>
          </ac:picMkLst>
        </pc:picChg>
      </pc:sldChg>
      <pc:sldChg chg="addSp modSp mod">
        <pc:chgData name="Robert Sadowski" userId="1b1589299776d730" providerId="LiveId" clId="{44F6E51D-1281-466E-9D6C-2E963315E4F4}" dt="2026-03-15T01:22:31.727" v="849" actId="5793"/>
        <pc:sldMkLst>
          <pc:docMk/>
          <pc:sldMk cId="0" sldId="265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5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22:31.727" v="849" actId="5793"/>
          <ac:spMkLst>
            <pc:docMk/>
            <pc:sldMk cId="0" sldId="265"/>
            <ac:spMk id="3" creationId="{00000000-0000-0000-0000-000000000000}"/>
          </ac:spMkLst>
        </pc:spChg>
        <pc:graphicFrameChg chg="add mod modGraphic">
          <ac:chgData name="Robert Sadowski" userId="1b1589299776d730" providerId="LiveId" clId="{44F6E51D-1281-466E-9D6C-2E963315E4F4}" dt="2026-03-15T01:22:03.592" v="844" actId="20577"/>
          <ac:graphicFrameMkLst>
            <pc:docMk/>
            <pc:sldMk cId="0" sldId="265"/>
            <ac:graphicFrameMk id="4" creationId="{29F1BD71-0DEC-A315-96B7-2F226281A4F3}"/>
          </ac:graphicFrameMkLst>
        </pc:graphicFrameChg>
      </pc:sldChg>
      <pc:sldChg chg="modSp mod">
        <pc:chgData name="Robert Sadowski" userId="1b1589299776d730" providerId="LiveId" clId="{44F6E51D-1281-466E-9D6C-2E963315E4F4}" dt="2026-03-15T01:23:58.236" v="872" actId="20577"/>
        <pc:sldMkLst>
          <pc:docMk/>
          <pc:sldMk cId="0" sldId="266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23:58.236" v="872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Robert Sadowski" userId="1b1589299776d730" providerId="LiveId" clId="{44F6E51D-1281-466E-9D6C-2E963315E4F4}" dt="2026-03-15T01:25:41.793" v="940" actId="20577"/>
        <pc:sldMkLst>
          <pc:docMk/>
          <pc:sldMk cId="0" sldId="267"/>
        </pc:sldMkLst>
        <pc:spChg chg="mod">
          <ac:chgData name="Robert Sadowski" userId="1b1589299776d730" providerId="LiveId" clId="{44F6E51D-1281-466E-9D6C-2E963315E4F4}" dt="2026-03-15T00:43:30.356" v="0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bert Sadowski" userId="1b1589299776d730" providerId="LiveId" clId="{44F6E51D-1281-466E-9D6C-2E963315E4F4}" dt="2026-03-15T01:25:41.793" v="940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8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4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0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7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4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7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7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4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13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64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76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7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25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6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8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4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297" y="1193132"/>
            <a:ext cx="7849405" cy="709865"/>
          </a:xfrm>
        </p:spPr>
        <p:txBody>
          <a:bodyPr/>
          <a:lstStyle/>
          <a:p>
            <a:pPr algn="ctr"/>
            <a:r>
              <a:rPr lang="en-US" dirty="0"/>
              <a:t>Online Course Registration and Waitlist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370" y="3157283"/>
            <a:ext cx="6345260" cy="2162175"/>
          </a:xfrm>
        </p:spPr>
        <p:txBody>
          <a:bodyPr/>
          <a:lstStyle/>
          <a:p>
            <a:pPr algn="ctr"/>
            <a:r>
              <a:rPr lang="en-US" dirty="0"/>
              <a:t>Robert Sadowski</a:t>
            </a:r>
          </a:p>
          <a:p>
            <a:pPr algn="ctr"/>
            <a:r>
              <a:rPr lang="en-US" dirty="0"/>
              <a:t>CST499: Capstone for Computer Software Technology</a:t>
            </a:r>
            <a:endParaRPr dirty="0"/>
          </a:p>
          <a:p>
            <a:pPr algn="ctr"/>
            <a:r>
              <a:rPr lang="en-US" dirty="0"/>
              <a:t>Dr. </a:t>
            </a:r>
            <a:r>
              <a:rPr lang="en-US" dirty="0" err="1"/>
              <a:t>Charmelia</a:t>
            </a:r>
            <a:r>
              <a:rPr lang="en-US" dirty="0"/>
              <a:t> Butler</a:t>
            </a:r>
            <a:endParaRPr dirty="0"/>
          </a:p>
          <a:p>
            <a:pPr algn="ctr"/>
            <a:r>
              <a:rPr lang="en-US" dirty="0"/>
              <a:t>16 March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0838B5-C1CC-1CD1-D4C5-C7C056259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1636963"/>
            <a:ext cx="8153399" cy="20551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274" y="3429000"/>
            <a:ext cx="5769779" cy="2851150"/>
          </a:xfrm>
        </p:spPr>
        <p:txBody>
          <a:bodyPr>
            <a:normAutofit/>
          </a:bodyPr>
          <a:lstStyle/>
          <a:p>
            <a:r>
              <a:rPr dirty="0"/>
              <a:t>Purpose: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Build a role‑based course registration system.</a:t>
            </a:r>
          </a:p>
          <a:p>
            <a:r>
              <a:rPr dirty="0"/>
              <a:t>Features: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Student enrollment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Waitlist management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Instructor course management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Administrator overrides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400302"/>
            <a:ext cx="6345260" cy="3530600"/>
          </a:xfrm>
        </p:spPr>
        <p:txBody>
          <a:bodyPr/>
          <a:lstStyle/>
          <a:p>
            <a:r>
              <a:rPr dirty="0"/>
              <a:t>Key Requirements:</a:t>
            </a:r>
            <a:endParaRPr lang="en-US" dirty="0"/>
          </a:p>
          <a:p>
            <a:pPr lvl="1"/>
            <a:r>
              <a:rPr dirty="0"/>
              <a:t>Unique user registration and login</a:t>
            </a:r>
            <a:endParaRPr lang="en-US" dirty="0"/>
          </a:p>
          <a:p>
            <a:pPr lvl="1"/>
            <a:r>
              <a:rPr dirty="0"/>
              <a:t>Semester‑based course offering</a:t>
            </a:r>
            <a:r>
              <a:rPr lang="en-US" dirty="0"/>
              <a:t>s</a:t>
            </a:r>
          </a:p>
          <a:p>
            <a:pPr lvl="1"/>
            <a:r>
              <a:rPr dirty="0"/>
              <a:t>Enrollment limits</a:t>
            </a:r>
            <a:endParaRPr lang="en-US" dirty="0"/>
          </a:p>
          <a:p>
            <a:pPr lvl="1"/>
            <a:r>
              <a:rPr dirty="0"/>
              <a:t>Waitlist functionality</a:t>
            </a:r>
            <a:endParaRPr lang="en-US" dirty="0"/>
          </a:p>
          <a:p>
            <a:pPr lvl="1"/>
            <a:r>
              <a:rPr dirty="0"/>
              <a:t>Role‑based permissions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312328"/>
            <a:ext cx="6345260" cy="2808947"/>
          </a:xfrm>
        </p:spPr>
        <p:txBody>
          <a:bodyPr>
            <a:normAutofit/>
          </a:bodyPr>
          <a:lstStyle/>
          <a:p>
            <a:r>
              <a:rPr sz="1400" b="1" dirty="0"/>
              <a:t>Students </a:t>
            </a:r>
            <a:endParaRPr lang="en-US" sz="1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</a:t>
            </a:r>
            <a:r>
              <a:rPr sz="1400" dirty="0"/>
              <a:t>nroll/drop courses</a:t>
            </a:r>
            <a:endParaRPr lang="en-US" sz="1400" dirty="0"/>
          </a:p>
          <a:p>
            <a:r>
              <a:rPr sz="1400" b="1" dirty="0"/>
              <a:t>Instructors</a:t>
            </a:r>
            <a:endParaRPr lang="en-US" sz="1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</a:t>
            </a:r>
            <a:r>
              <a:rPr sz="1400" dirty="0"/>
              <a:t>anage offerings &amp; view rosters</a:t>
            </a:r>
          </a:p>
          <a:p>
            <a:r>
              <a:rPr sz="1400" b="1" dirty="0"/>
              <a:t>Administrators</a:t>
            </a:r>
            <a:endParaRPr lang="en-US" sz="1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M</a:t>
            </a:r>
            <a:r>
              <a:rPr sz="1400" dirty="0"/>
              <a:t>anage roles and override capacity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FC846-2646-DEDD-C3DA-DC52E8535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6622"/>
            <a:ext cx="9144000" cy="2159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Design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2831318" cy="2330450"/>
          </a:xfrm>
        </p:spPr>
        <p:txBody>
          <a:bodyPr/>
          <a:lstStyle/>
          <a:p>
            <a:r>
              <a:rPr dirty="0"/>
              <a:t>UML diagrams used:</a:t>
            </a:r>
          </a:p>
          <a:p>
            <a:pPr lvl="1"/>
            <a:r>
              <a:rPr dirty="0"/>
              <a:t>Use Case Diagram</a:t>
            </a:r>
          </a:p>
          <a:p>
            <a:pPr lvl="1"/>
            <a:r>
              <a:rPr dirty="0"/>
              <a:t>Class Diagram</a:t>
            </a:r>
          </a:p>
          <a:p>
            <a:pPr lvl="1"/>
            <a:r>
              <a:rPr dirty="0"/>
              <a:t>Sequence Diagram</a:t>
            </a:r>
          </a:p>
          <a:p>
            <a:pPr lvl="1"/>
            <a:r>
              <a:rPr dirty="0"/>
              <a:t>Activity Diagram</a:t>
            </a:r>
          </a:p>
          <a:p>
            <a:pPr lvl="1"/>
            <a:r>
              <a:rPr dirty="0"/>
              <a:t>State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C8D1A-61FB-768A-DF33-2F140FC49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583" y="2347912"/>
            <a:ext cx="4623279" cy="41957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F5F75B-2B2F-062A-3629-17DEABF4C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2" y="1650052"/>
            <a:ext cx="8134918" cy="33505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Landing, Login,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5" y="5149852"/>
            <a:ext cx="7001396" cy="1562100"/>
          </a:xfrm>
        </p:spPr>
        <p:txBody>
          <a:bodyPr lIns="457200" rIns="457200" numCol="2">
            <a:normAutofit fontScale="92500" lnSpcReduction="10000"/>
          </a:bodyPr>
          <a:lstStyle/>
          <a:p>
            <a:r>
              <a:rPr dirty="0"/>
              <a:t>Frontend pages developed using PHP and Bootstrap.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dirty="0"/>
              <a:t>Features:</a:t>
            </a:r>
          </a:p>
          <a:p>
            <a:pPr lvl="1"/>
            <a:r>
              <a:rPr dirty="0"/>
              <a:t>Secure login</a:t>
            </a:r>
          </a:p>
          <a:p>
            <a:pPr lvl="1"/>
            <a:r>
              <a:rPr dirty="0"/>
              <a:t>User registration</a:t>
            </a:r>
          </a:p>
          <a:p>
            <a:pPr lvl="1"/>
            <a:r>
              <a:rPr dirty="0"/>
              <a:t>Session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MySQL database includes tables: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3C408-6F28-355F-9078-A3A38AAF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141561"/>
            <a:ext cx="8191500" cy="2683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Waitlist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345260" cy="1711325"/>
          </a:xfrm>
        </p:spPr>
        <p:txBody>
          <a:bodyPr/>
          <a:lstStyle/>
          <a:p>
            <a:r>
              <a:rPr dirty="0"/>
              <a:t>Waitlist features:</a:t>
            </a:r>
          </a:p>
          <a:p>
            <a:pPr lvl="1"/>
            <a:r>
              <a:rPr dirty="0"/>
              <a:t>Students join waitlist if course is full</a:t>
            </a:r>
            <a:endParaRPr lang="en-US" dirty="0"/>
          </a:p>
          <a:p>
            <a:pPr lvl="1"/>
            <a:r>
              <a:rPr dirty="0"/>
              <a:t>Automatic promotion when seat opens</a:t>
            </a:r>
            <a:endParaRPr lang="en-US" dirty="0"/>
          </a:p>
          <a:p>
            <a:pPr lvl="1"/>
            <a:r>
              <a:rPr dirty="0"/>
              <a:t>Administrator override enrollment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BDD0C-DA6B-47CF-4762-46CA53AA2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4240169"/>
            <a:ext cx="8115300" cy="22448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476237-EAE1-1BFF-98C3-BE6F001E2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12" y="2333625"/>
            <a:ext cx="8104471" cy="4010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 Backend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7213" y="2406650"/>
            <a:ext cx="3707618" cy="2044700"/>
          </a:xfrm>
          <a:noFill/>
          <a:ln>
            <a:noFill/>
          </a:ln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Core PHP components: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Repository pattern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Prepared SQL queries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Role‑based access control</a:t>
            </a:r>
          </a:p>
          <a:p>
            <a:pPr lvl="1"/>
            <a:r>
              <a:rPr dirty="0">
                <a:solidFill>
                  <a:schemeClr val="bg1"/>
                </a:solidFill>
              </a:rPr>
              <a:t>Transaction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3707618" cy="3530600"/>
          </a:xfrm>
        </p:spPr>
        <p:txBody>
          <a:bodyPr>
            <a:normAutofit/>
          </a:bodyPr>
          <a:lstStyle/>
          <a:p>
            <a:r>
              <a:rPr dirty="0"/>
              <a:t>Testing approach:</a:t>
            </a:r>
          </a:p>
          <a:p>
            <a:pPr lvl="1"/>
            <a:r>
              <a:rPr dirty="0"/>
              <a:t>Unit testing</a:t>
            </a:r>
          </a:p>
          <a:p>
            <a:pPr lvl="1"/>
            <a:r>
              <a:rPr dirty="0"/>
              <a:t>Integration testing</a:t>
            </a:r>
          </a:p>
          <a:p>
            <a:pPr lvl="1"/>
            <a:r>
              <a:rPr dirty="0"/>
              <a:t>System testing</a:t>
            </a:r>
          </a:p>
          <a:p>
            <a:pPr lvl="1"/>
            <a:r>
              <a:rPr dirty="0"/>
              <a:t>Acceptance testing</a:t>
            </a:r>
            <a:endParaRPr lang="en-US" dirty="0"/>
          </a:p>
          <a:p>
            <a:pPr marL="402336" lvl="1" indent="0">
              <a:buNone/>
            </a:pPr>
            <a:endParaRPr dirty="0"/>
          </a:p>
          <a:p>
            <a:r>
              <a:rPr dirty="0"/>
              <a:t>Based on IEEE 829 test plan.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F1BD71-0DEC-A315-96B7-2F226281A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310563"/>
              </p:ext>
            </p:extLst>
          </p:nvPr>
        </p:nvGraphicFramePr>
        <p:xfrm>
          <a:off x="4572000" y="2210401"/>
          <a:ext cx="4076700" cy="44684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3665572647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3441657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Requirement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Functionality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1317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 Registration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Verify unique user ID creation and profile storage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5494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Login Authentication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Verify valid login and rejection of invalid credentials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373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Course Enrollment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Verify enrollment when seats are available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5480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Schedule Viewing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Verify users can view their registered courses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806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Course Dropping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Verify users can remove courses from schedule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04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aseline="0" dirty="0">
                          <a:effectLst/>
                          <a:latin typeface="Century Gothic (Body)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Waitlist Fill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aseline="0" dirty="0">
                          <a:effectLst/>
                          <a:latin typeface="Century Gothic (Body)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Verify students are correctly added to course waitlist when full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48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aseline="0" dirty="0">
                          <a:effectLst/>
                          <a:latin typeface="Century Gothic (Body)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Waitlist Draw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baseline="0" dirty="0">
                          <a:effectLst/>
                          <a:latin typeface="Century Gothic (Body)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Verify courses automatically promote waitlisted students as seats open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186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Database Integrity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Verify correct data storage and retrieval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5566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System successfully demonstrates:</a:t>
            </a:r>
            <a:endParaRPr lang="en-US" b="1" dirty="0"/>
          </a:p>
          <a:p>
            <a:pPr lvl="1"/>
            <a:r>
              <a:rPr dirty="0"/>
              <a:t>Secure authentication</a:t>
            </a:r>
          </a:p>
          <a:p>
            <a:pPr lvl="1"/>
            <a:r>
              <a:rPr dirty="0"/>
              <a:t>Role‑based permissions</a:t>
            </a:r>
          </a:p>
          <a:p>
            <a:pPr lvl="1"/>
            <a:r>
              <a:rPr dirty="0"/>
              <a:t>Dynamic course registration</a:t>
            </a:r>
          </a:p>
          <a:p>
            <a:pPr lvl="1"/>
            <a:r>
              <a:rPr dirty="0"/>
              <a:t>Waitlist automation</a:t>
            </a:r>
          </a:p>
          <a:p>
            <a:endParaRPr dirty="0"/>
          </a:p>
          <a:p>
            <a:r>
              <a:rPr b="1" dirty="0"/>
              <a:t>Future improvements:</a:t>
            </a:r>
          </a:p>
          <a:p>
            <a:pPr lvl="1"/>
            <a:r>
              <a:rPr dirty="0"/>
              <a:t>Email notifications</a:t>
            </a:r>
          </a:p>
          <a:p>
            <a:pPr lvl="1"/>
            <a:r>
              <a:rPr dirty="0"/>
              <a:t>UI enhancements</a:t>
            </a:r>
          </a:p>
          <a:p>
            <a:pPr lvl="1"/>
            <a:r>
              <a:rPr dirty="0"/>
              <a:t>Automated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Tsui, F., Karam, O., &amp; Bernal, B. (20</a:t>
            </a:r>
            <a:r>
              <a:rPr lang="en-US" dirty="0"/>
              <a:t>18</a:t>
            </a:r>
            <a:r>
              <a:rPr dirty="0"/>
              <a:t>). Essentials of Software Engineering</a:t>
            </a:r>
            <a:r>
              <a:rPr lang="en-US" dirty="0"/>
              <a:t> (4</a:t>
            </a:r>
            <a:r>
              <a:rPr lang="en-US" baseline="30000" dirty="0"/>
              <a:t>th</a:t>
            </a:r>
            <a:r>
              <a:rPr lang="en-US" dirty="0"/>
              <a:t> ed.). Jones &amp; Bartlett Learning.</a:t>
            </a:r>
            <a:endParaRPr dirty="0"/>
          </a:p>
          <a:p>
            <a:endParaRPr dirty="0"/>
          </a:p>
          <a:p>
            <a:r>
              <a:rPr dirty="0"/>
              <a:t>Myers, G., Sandler, C., &amp; Badgett, T. (2011). The Art of Software Testing.</a:t>
            </a:r>
          </a:p>
          <a:p>
            <a:endParaRPr dirty="0"/>
          </a:p>
          <a:p>
            <a:r>
              <a:rPr dirty="0"/>
              <a:t>Connolly, R., &amp; Hoar, R. (20</a:t>
            </a:r>
            <a:r>
              <a:rPr lang="en-US" dirty="0"/>
              <a:t>22</a:t>
            </a:r>
            <a:r>
              <a:rPr dirty="0"/>
              <a:t>). Fundamentals of Web Development</a:t>
            </a:r>
            <a:r>
              <a:rPr lang="en-US" dirty="0"/>
              <a:t> (3</a:t>
            </a:r>
            <a:r>
              <a:rPr lang="en-US" baseline="30000" dirty="0"/>
              <a:t>rd</a:t>
            </a:r>
            <a:r>
              <a:rPr lang="en-US" dirty="0"/>
              <a:t> ed.)</a:t>
            </a:r>
            <a:r>
              <a:rPr dirty="0"/>
              <a:t>.</a:t>
            </a:r>
            <a:r>
              <a:rPr lang="en-US" dirty="0"/>
              <a:t> Pearson.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</TotalTime>
  <Words>388</Words>
  <Application>Microsoft Office PowerPoint</Application>
  <PresentationFormat>On-screen Show (4:3)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Century Gothic (Body)</vt:lpstr>
      <vt:lpstr>Times New Roman</vt:lpstr>
      <vt:lpstr>Wingdings 3</vt:lpstr>
      <vt:lpstr>Ion Boardroom</vt:lpstr>
      <vt:lpstr>Online Course Registration and Waitlist System</vt:lpstr>
      <vt:lpstr>Project Overview</vt:lpstr>
      <vt:lpstr>SRS Summary</vt:lpstr>
      <vt:lpstr>System Roles</vt:lpstr>
      <vt:lpstr>UML Design Model</vt:lpstr>
      <vt:lpstr>Landing, Login, Registration</vt:lpstr>
      <vt:lpstr>Database Design</vt:lpstr>
      <vt:lpstr>Waitlist System</vt:lpstr>
      <vt:lpstr>PHP Backend Logic</vt:lpstr>
      <vt:lpstr>Testing Strategy</vt:lpstr>
      <vt:lpstr>Project Outcomes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 Sadowski</dc:creator>
  <cp:keywords/>
  <dc:description>generated using python-pptx</dc:description>
  <cp:lastModifiedBy>Robert Sadowski</cp:lastModifiedBy>
  <cp:revision>1</cp:revision>
  <dcterms:created xsi:type="dcterms:W3CDTF">2013-01-27T09:14:16Z</dcterms:created>
  <dcterms:modified xsi:type="dcterms:W3CDTF">2026-03-15T01:29:38Z</dcterms:modified>
  <cp:category/>
</cp:coreProperties>
</file>